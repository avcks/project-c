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293" r:id="rId39"/>
    <p:sldId id="294" r:id="rId40"/>
  </p:sldIdLst>
  <p:sldSz cx="18288000" cy="10287000"/>
  <p:notesSz cx="6858000" cy="9144000"/>
  <p:embeddedFontLst>
    <p:embeddedFont>
      <p:font typeface="TT Hoves" panose="020B0604020202020204" charset="0"/>
      <p:regular r:id="rId41"/>
    </p:embeddedFont>
    <p:embeddedFont>
      <p:font typeface="Canva Sans Bold" panose="020B0604020202020204" charset="0"/>
      <p:regular r:id="rId42"/>
    </p:embeddedFont>
    <p:embeddedFont>
      <p:font typeface="Arimo" panose="020B0604020202020204" charset="0"/>
      <p:regular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TT Hoves Bold" panose="020B0604020202020204" charset="0"/>
      <p:regular r:id="rId48"/>
    </p:embeddedFont>
    <p:embeddedFont>
      <p:font typeface="Arimo Bold" panose="020B0604020202020204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5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zoho.com/in/inventory/features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gofrugal.com/retail/?ref=common-header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-1475057" y="7942212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486330" cy="2834221"/>
          </a:xfrm>
          <a:custGeom>
            <a:avLst/>
            <a:gdLst/>
            <a:ahLst/>
            <a:cxnLst/>
            <a:rect l="l" t="t" r="r" b="b"/>
            <a:pathLst>
              <a:path w="4486330" h="2834221">
                <a:moveTo>
                  <a:pt x="0" y="0"/>
                </a:moveTo>
                <a:lnTo>
                  <a:pt x="4486330" y="0"/>
                </a:lnTo>
                <a:lnTo>
                  <a:pt x="4486330" y="2834221"/>
                </a:lnTo>
                <a:lnTo>
                  <a:pt x="0" y="2834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69225" y="0"/>
            <a:ext cx="3018775" cy="2834221"/>
          </a:xfrm>
          <a:custGeom>
            <a:avLst/>
            <a:gdLst/>
            <a:ahLst/>
            <a:cxnLst/>
            <a:rect l="l" t="t" r="r" b="b"/>
            <a:pathLst>
              <a:path w="3018775" h="2834221">
                <a:moveTo>
                  <a:pt x="0" y="0"/>
                </a:moveTo>
                <a:lnTo>
                  <a:pt x="3018775" y="0"/>
                </a:lnTo>
                <a:lnTo>
                  <a:pt x="3018775" y="2834221"/>
                </a:lnTo>
                <a:lnTo>
                  <a:pt x="0" y="2834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20928" y="472158"/>
            <a:ext cx="10301805" cy="21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Sarvajanik Education Society</a:t>
            </a:r>
          </a:p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Sarvajanik College of Engineering and Technology, Surat.</a:t>
            </a:r>
          </a:p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 of Computer Applications </a:t>
            </a:r>
          </a:p>
          <a:p>
            <a:pPr algn="l">
              <a:lnSpc>
                <a:spcPts val="104"/>
              </a:lnSpc>
            </a:pPr>
            <a:r>
              <a:rPr lang="en-US" sz="1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Academic Year: 2025– 26</a:t>
            </a:r>
          </a:p>
          <a:p>
            <a:pPr algn="ctr">
              <a:lnSpc>
                <a:spcPts val="5180"/>
              </a:lnSpc>
            </a:pPr>
            <a:endParaRPr/>
          </a:p>
        </p:txBody>
      </p:sp>
      <p:sp>
        <p:nvSpPr>
          <p:cNvPr id="6" name="Freeform 6"/>
          <p:cNvSpPr/>
          <p:nvPr/>
        </p:nvSpPr>
        <p:spPr>
          <a:xfrm rot="-207862">
            <a:off x="7305830" y="4549349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85696" y="2533524"/>
            <a:ext cx="12237037" cy="7303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 Project On 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“</a:t>
            </a:r>
            <a:r>
              <a:rPr lang="en-US" sz="3458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Self Checkout System</a:t>
            </a: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” 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Presented By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3458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HariKrushna (ET25IMCA008) 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Aum (ET25IMCA039)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Yash (ET25IMCA044)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IMCA I Sem-2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Under the Guidance of </a:t>
            </a:r>
          </a:p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Prof. Veer Pachchigar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7862">
            <a:off x="6110388" y="5304279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641393" y="-1165054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30749" y="4924425"/>
            <a:ext cx="16554963" cy="127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01"/>
              </a:lnSpc>
              <a:spcBef>
                <a:spcPct val="0"/>
              </a:spcBef>
            </a:pPr>
            <a:r>
              <a:rPr lang="en-US" sz="7001" b="1" u="none" strike="noStrike" spc="35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AYH MART - CHECKOUT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032284"/>
            <a:ext cx="2554023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Presented By: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82723" y="8032284"/>
            <a:ext cx="5121852" cy="133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HariKrushna - ET25IMCA008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Aum - ET25IMCA039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Yash - ET25IMCA044</a:t>
            </a:r>
          </a:p>
        </p:txBody>
      </p:sp>
      <p:grpSp>
        <p:nvGrpSpPr>
          <p:cNvPr id="7" name="Group 7"/>
          <p:cNvGrpSpPr/>
          <p:nvPr/>
        </p:nvGrpSpPr>
        <p:grpSpPr>
          <a:xfrm rot="5400000">
            <a:off x="15214315" y="-2432850"/>
            <a:ext cx="759609" cy="7326049"/>
            <a:chOff x="0" y="0"/>
            <a:chExt cx="200062" cy="19294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0062" cy="1929494"/>
            </a:xfrm>
            <a:custGeom>
              <a:avLst/>
              <a:gdLst/>
              <a:ahLst/>
              <a:cxnLst/>
              <a:rect l="l" t="t" r="r" b="b"/>
              <a:pathLst>
                <a:path w="200062" h="1929494">
                  <a:moveTo>
                    <a:pt x="100031" y="0"/>
                  </a:moveTo>
                  <a:lnTo>
                    <a:pt x="100031" y="0"/>
                  </a:lnTo>
                  <a:cubicBezTo>
                    <a:pt x="155276" y="0"/>
                    <a:pt x="200062" y="44785"/>
                    <a:pt x="200062" y="100031"/>
                  </a:cubicBezTo>
                  <a:lnTo>
                    <a:pt x="200062" y="1829464"/>
                  </a:lnTo>
                  <a:cubicBezTo>
                    <a:pt x="200062" y="1884709"/>
                    <a:pt x="155276" y="1929494"/>
                    <a:pt x="100031" y="1929494"/>
                  </a:cubicBezTo>
                  <a:lnTo>
                    <a:pt x="100031" y="1929494"/>
                  </a:lnTo>
                  <a:cubicBezTo>
                    <a:pt x="44785" y="1929494"/>
                    <a:pt x="0" y="1884709"/>
                    <a:pt x="0" y="1829464"/>
                  </a:cubicBezTo>
                  <a:lnTo>
                    <a:pt x="0" y="100031"/>
                  </a:lnTo>
                  <a:cubicBezTo>
                    <a:pt x="0" y="44785"/>
                    <a:pt x="44785" y="0"/>
                    <a:pt x="10003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00062" cy="1996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931095" y="933450"/>
            <a:ext cx="6154617" cy="54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u="none" strike="noStrike" spc="149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Programme: IMCA I Sem-2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57167" y="7957250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120263" y="-3010978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38318" y="843115"/>
            <a:ext cx="8403819" cy="131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AGE</a:t>
            </a: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71865" y="2847802"/>
            <a:ext cx="7269807" cy="574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1.Project Abstract </a:t>
            </a:r>
          </a:p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2.Objective </a:t>
            </a:r>
          </a:p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3.System Description </a:t>
            </a:r>
          </a:p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4.Screenshots </a:t>
            </a:r>
          </a:p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5.Test Cases </a:t>
            </a:r>
          </a:p>
          <a:p>
            <a:pPr algn="l">
              <a:lnSpc>
                <a:spcPts val="7532"/>
              </a:lnSpc>
              <a:spcBef>
                <a:spcPct val="0"/>
              </a:spcBef>
            </a:pPr>
            <a:r>
              <a:rPr lang="en-US" sz="5380" spc="269">
                <a:solidFill>
                  <a:srgbClr val="000000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6.References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2396115"/>
            <a:ext cx="7993732" cy="10560802"/>
            <a:chOff x="0" y="0"/>
            <a:chExt cx="1203054" cy="15893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3054" cy="1589398"/>
            </a:xfrm>
            <a:custGeom>
              <a:avLst/>
              <a:gdLst/>
              <a:ahLst/>
              <a:cxnLst/>
              <a:rect l="l" t="t" r="r" b="b"/>
              <a:pathLst>
                <a:path w="1203054" h="1589398">
                  <a:moveTo>
                    <a:pt x="29055" y="0"/>
                  </a:moveTo>
                  <a:lnTo>
                    <a:pt x="1173999" y="0"/>
                  </a:lnTo>
                  <a:cubicBezTo>
                    <a:pt x="1181705" y="0"/>
                    <a:pt x="1189095" y="3061"/>
                    <a:pt x="1194544" y="8510"/>
                  </a:cubicBezTo>
                  <a:cubicBezTo>
                    <a:pt x="1199993" y="13959"/>
                    <a:pt x="1203054" y="21349"/>
                    <a:pt x="1203054" y="29055"/>
                  </a:cubicBezTo>
                  <a:lnTo>
                    <a:pt x="1203054" y="1560343"/>
                  </a:lnTo>
                  <a:cubicBezTo>
                    <a:pt x="1203054" y="1568049"/>
                    <a:pt x="1199993" y="1575439"/>
                    <a:pt x="1194544" y="1580888"/>
                  </a:cubicBezTo>
                  <a:cubicBezTo>
                    <a:pt x="1189095" y="1586337"/>
                    <a:pt x="1181705" y="1589398"/>
                    <a:pt x="1173999" y="1589398"/>
                  </a:cubicBezTo>
                  <a:lnTo>
                    <a:pt x="29055" y="1589398"/>
                  </a:lnTo>
                  <a:cubicBezTo>
                    <a:pt x="21349" y="1589398"/>
                    <a:pt x="13959" y="1586337"/>
                    <a:pt x="8510" y="1580888"/>
                  </a:cubicBezTo>
                  <a:cubicBezTo>
                    <a:pt x="3061" y="1575439"/>
                    <a:pt x="0" y="1568049"/>
                    <a:pt x="0" y="1560343"/>
                  </a:cubicBezTo>
                  <a:lnTo>
                    <a:pt x="0" y="29055"/>
                  </a:lnTo>
                  <a:cubicBezTo>
                    <a:pt x="0" y="21349"/>
                    <a:pt x="3061" y="13959"/>
                    <a:pt x="8510" y="8510"/>
                  </a:cubicBezTo>
                  <a:cubicBezTo>
                    <a:pt x="13959" y="3061"/>
                    <a:pt x="21349" y="0"/>
                    <a:pt x="29055" y="0"/>
                  </a:cubicBezTo>
                  <a:close/>
                </a:path>
              </a:pathLst>
            </a:custGeom>
            <a:blipFill>
              <a:blip r:embed="rId3"/>
              <a:stretch>
                <a:fillRect t="-1755" b="-1755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6479420" cy="11072020"/>
            <a:chOff x="0" y="0"/>
            <a:chExt cx="1706514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06514" cy="2916088"/>
            </a:xfrm>
            <a:custGeom>
              <a:avLst/>
              <a:gdLst/>
              <a:ahLst/>
              <a:cxnLst/>
              <a:rect l="l" t="t" r="r" b="b"/>
              <a:pathLst>
                <a:path w="1706514" h="2916088">
                  <a:moveTo>
                    <a:pt x="0" y="0"/>
                  </a:moveTo>
                  <a:lnTo>
                    <a:pt x="1706514" y="0"/>
                  </a:lnTo>
                  <a:lnTo>
                    <a:pt x="1706514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06514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435741" y="1133475"/>
            <a:ext cx="8403819" cy="24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ABSTRACT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988633" y="-146732"/>
            <a:ext cx="6026397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80000" y="4241418"/>
            <a:ext cx="8780797" cy="217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8"/>
              </a:lnSpc>
              <a:spcBef>
                <a:spcPct val="0"/>
              </a:spcBef>
            </a:pPr>
            <a:r>
              <a:rPr lang="en-US" sz="2055" u="none" strike="noStrike" spc="102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AYH Mart is a console-based checkout system developed in C, designed for a retail store. It allows customers to independently browse products, add items to a cart, and complete purchases via Cash or UPI QR Code.</a:t>
            </a:r>
          </a:p>
          <a:p>
            <a:pPr marL="0" lvl="0" indent="0" algn="l">
              <a:lnSpc>
                <a:spcPts val="2878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878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7553400" y="3466212"/>
            <a:ext cx="8535144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0"/>
              </a:lnSpc>
              <a:spcBef>
                <a:spcPct val="0"/>
              </a:spcBef>
            </a:pPr>
            <a:r>
              <a:rPr lang="en-US" sz="4200" u="none" strike="noStrike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AYH MART CHECKOUT SYSTEM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80000" y="5746595"/>
            <a:ext cx="8508543" cy="182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4"/>
              </a:lnSpc>
              <a:spcBef>
                <a:spcPct val="0"/>
              </a:spcBef>
            </a:pPr>
            <a:r>
              <a:rPr lang="en-US" sz="2060" u="none" strike="noStrike" spc="10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 system supports three user roles - Customer, Staff, and Admin - each with a dedicated portal. Key features include product inventory management, a tiered membership discount program (Silver, Gold, Platinum), customer account management, and a detailed sales reporting module.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80000" y="7665946"/>
            <a:ext cx="9505652" cy="1100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4"/>
              </a:lnSpc>
              <a:spcBef>
                <a:spcPct val="0"/>
              </a:spcBef>
            </a:pPr>
            <a:r>
              <a:rPr lang="en-US" sz="2060" u="none" strike="noStrike" spc="10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All data is managed in-memory using C structures, making the system </a:t>
            </a:r>
          </a:p>
          <a:p>
            <a:pPr marL="0" lvl="0" indent="0" algn="l">
              <a:lnSpc>
                <a:spcPts val="2884"/>
              </a:lnSpc>
              <a:spcBef>
                <a:spcPct val="0"/>
              </a:spcBef>
            </a:pPr>
            <a:r>
              <a:rPr lang="en-US" sz="2060" u="none" strike="noStrike" spc="10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lightweight, efficient, and fully functional as a retail management</a:t>
            </a:r>
          </a:p>
          <a:p>
            <a:pPr marL="0" lvl="0" indent="0" algn="l">
              <a:lnSpc>
                <a:spcPts val="2884"/>
              </a:lnSpc>
              <a:spcBef>
                <a:spcPct val="0"/>
              </a:spcBef>
            </a:pPr>
            <a:r>
              <a:rPr lang="en-US" sz="2060" u="none" strike="noStrike" spc="103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solution.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351945" y="3691521"/>
            <a:ext cx="6895551" cy="1521052"/>
            <a:chOff x="0" y="0"/>
            <a:chExt cx="1816112" cy="4006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51945" y="5489893"/>
            <a:ext cx="6895551" cy="1521052"/>
            <a:chOff x="0" y="0"/>
            <a:chExt cx="1816112" cy="4006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869338" y="2082771"/>
            <a:ext cx="9407130" cy="2466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OBJECTIVES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29423" y="-580405"/>
            <a:ext cx="7273548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1945" y="3856417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51945" y="5654789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69338" y="4532084"/>
            <a:ext cx="8263532" cy="4018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develop a console-based retail checkout system using C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implement role-based access (Admin, Staff, Customer)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design an efficient inventory management system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enable customer self-checkout functionality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provide multiple payment options (Cash and UPI QR Code)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implement a membership system with tiered discounts (Silver, Gold, Platinum)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manage customer accounts and purchase records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generate sales reports and analytics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 spc="9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To build a simple, fast, and user-friendly system using modular programming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1927406" y="3824666"/>
            <a:ext cx="5190195" cy="118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C-Based System</a:t>
            </a:r>
          </a:p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Create a system using C programming language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27406" y="5598235"/>
            <a:ext cx="4985712" cy="118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Implement user roles for customers and staff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Role-based Access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351945" y="7288265"/>
            <a:ext cx="6895551" cy="1521052"/>
            <a:chOff x="0" y="0"/>
            <a:chExt cx="1816112" cy="40060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16112" cy="400606"/>
            </a:xfrm>
            <a:custGeom>
              <a:avLst/>
              <a:gdLst/>
              <a:ahLst/>
              <a:cxnLst/>
              <a:rect l="l" t="t" r="r" b="b"/>
              <a:pathLst>
                <a:path w="1816112" h="400606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351945" y="7453161"/>
            <a:ext cx="1354994" cy="101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27406" y="7371804"/>
            <a:ext cx="4985712" cy="118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Streamline inventory tracking and management processes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109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Inventory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041524" y="6795739"/>
            <a:ext cx="7273548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1512" y="3064668"/>
            <a:ext cx="13214954" cy="151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0"/>
              </a:lnSpc>
              <a:spcBef>
                <a:spcPct val="0"/>
              </a:spcBef>
            </a:pPr>
            <a:r>
              <a:rPr lang="en-US" sz="4200" u="none" strike="noStrike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LANGUAGES, LIBRARIES, DATA STRUCTURES AND FUNCTIONS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9355" y="2045159"/>
            <a:ext cx="14129133" cy="131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59"/>
              </a:lnSpc>
              <a:spcBef>
                <a:spcPct val="0"/>
              </a:spcBef>
            </a:pPr>
            <a:r>
              <a:rPr lang="en-US" sz="93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DESCRIPTION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512" y="4623051"/>
            <a:ext cx="3517999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Language &amp; Platform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1512" y="5050109"/>
            <a:ext cx="3968353" cy="121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 (Standard C) 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Windows Console App 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GCC / Dev-C++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98736" y="4435726"/>
            <a:ext cx="2380506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Libraries used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36874" y="4846909"/>
            <a:ext cx="7224876" cy="201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stdio.h — I/O operations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string.h — String handling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ctype.h — Char classification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stdlib.h — System calls, exit()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windows.h — UTF-8 / Unicode support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2758" y="6998289"/>
            <a:ext cx="8818474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Architecture Menu-driven, modular function design.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2758" y="7430089"/>
            <a:ext cx="5279187" cy="2418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5 core modules: 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Inventory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Members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Customer Self-Checkout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Sales Reports</a:t>
            </a:r>
          </a:p>
          <a:p>
            <a:pPr marL="496569" lvl="1" indent="-248284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 spc="11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Customer Accounts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50507" y="717742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84357">
            <a:off x="-575872" y="-647487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392510"/>
            <a:ext cx="2222584" cy="11072020"/>
            <a:chOff x="0" y="0"/>
            <a:chExt cx="585372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372" cy="2916088"/>
            </a:xfrm>
            <a:custGeom>
              <a:avLst/>
              <a:gdLst/>
              <a:ahLst/>
              <a:cxnLst/>
              <a:rect l="l" t="t" r="r" b="b"/>
              <a:pathLst>
                <a:path w="585372" h="2916088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85372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110727" y="-531114"/>
            <a:ext cx="7273548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8650" y="5883586"/>
            <a:ext cx="9737167" cy="1317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SCREENSHOTS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0532" y="613450"/>
            <a:ext cx="10287794" cy="4158039"/>
          </a:xfrm>
          <a:custGeom>
            <a:avLst/>
            <a:gdLst/>
            <a:ahLst/>
            <a:cxnLst/>
            <a:rect l="l" t="t" r="r" b="b"/>
            <a:pathLst>
              <a:path w="10287794" h="4158039">
                <a:moveTo>
                  <a:pt x="0" y="0"/>
                </a:moveTo>
                <a:lnTo>
                  <a:pt x="10287794" y="0"/>
                </a:lnTo>
                <a:lnTo>
                  <a:pt x="10287794" y="4158040"/>
                </a:lnTo>
                <a:lnTo>
                  <a:pt x="0" y="4158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78895" y="5369849"/>
            <a:ext cx="9514728" cy="4729705"/>
          </a:xfrm>
          <a:custGeom>
            <a:avLst/>
            <a:gdLst/>
            <a:ahLst/>
            <a:cxnLst/>
            <a:rect l="l" t="t" r="r" b="b"/>
            <a:pathLst>
              <a:path w="9514728" h="4729705">
                <a:moveTo>
                  <a:pt x="0" y="0"/>
                </a:moveTo>
                <a:lnTo>
                  <a:pt x="9514728" y="0"/>
                </a:lnTo>
                <a:lnTo>
                  <a:pt x="9514728" y="4729705"/>
                </a:lnTo>
                <a:lnTo>
                  <a:pt x="0" y="4729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398363" y="2155220"/>
            <a:ext cx="7754759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1. </a:t>
            </a: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MAIN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MENU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4154" y="7502784"/>
            <a:ext cx="8159651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2.VIEW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STORE INFO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251" y="301349"/>
            <a:ext cx="8711133" cy="4039028"/>
          </a:xfrm>
          <a:custGeom>
            <a:avLst/>
            <a:gdLst/>
            <a:ahLst/>
            <a:cxnLst/>
            <a:rect l="l" t="t" r="r" b="b"/>
            <a:pathLst>
              <a:path w="8711133" h="4039028">
                <a:moveTo>
                  <a:pt x="0" y="0"/>
                </a:moveTo>
                <a:lnTo>
                  <a:pt x="8711133" y="0"/>
                </a:lnTo>
                <a:lnTo>
                  <a:pt x="8711133" y="4039028"/>
                </a:lnTo>
                <a:lnTo>
                  <a:pt x="0" y="40390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91585" y="5555820"/>
            <a:ext cx="7768944" cy="4621074"/>
          </a:xfrm>
          <a:custGeom>
            <a:avLst/>
            <a:gdLst/>
            <a:ahLst/>
            <a:cxnLst/>
            <a:rect l="l" t="t" r="r" b="b"/>
            <a:pathLst>
              <a:path w="7768944" h="4621074">
                <a:moveTo>
                  <a:pt x="0" y="0"/>
                </a:moveTo>
                <a:lnTo>
                  <a:pt x="7768944" y="0"/>
                </a:lnTo>
                <a:lnTo>
                  <a:pt x="7768944" y="4621074"/>
                </a:lnTo>
                <a:lnTo>
                  <a:pt x="0" y="4621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71269" y="2019635"/>
            <a:ext cx="6320879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3. ADMIN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LOGIN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7800" y="7446993"/>
            <a:ext cx="7512584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4. ADMIN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PORTAL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9297624" cy="5041860"/>
          </a:xfrm>
          <a:custGeom>
            <a:avLst/>
            <a:gdLst/>
            <a:ahLst/>
            <a:cxnLst/>
            <a:rect l="l" t="t" r="r" b="b"/>
            <a:pathLst>
              <a:path w="9297624" h="5041860">
                <a:moveTo>
                  <a:pt x="0" y="0"/>
                </a:moveTo>
                <a:lnTo>
                  <a:pt x="9297624" y="0"/>
                </a:lnTo>
                <a:lnTo>
                  <a:pt x="9297624" y="5041860"/>
                </a:lnTo>
                <a:lnTo>
                  <a:pt x="0" y="5041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67269" y="3717335"/>
            <a:ext cx="7702028" cy="6293329"/>
          </a:xfrm>
          <a:custGeom>
            <a:avLst/>
            <a:gdLst/>
            <a:ahLst/>
            <a:cxnLst/>
            <a:rect l="l" t="t" r="r" b="b"/>
            <a:pathLst>
              <a:path w="7702028" h="6293329">
                <a:moveTo>
                  <a:pt x="0" y="0"/>
                </a:moveTo>
                <a:lnTo>
                  <a:pt x="7702028" y="0"/>
                </a:lnTo>
                <a:lnTo>
                  <a:pt x="7702028" y="6293329"/>
                </a:lnTo>
                <a:lnTo>
                  <a:pt x="0" y="629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29" b="-32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01226" y="805903"/>
            <a:ext cx="8386774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5. INVENTORY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MANAGEMENT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1" y="7513017"/>
            <a:ext cx="8230824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6. ADD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PRODUCT(S)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8296" y="268411"/>
            <a:ext cx="8074461" cy="4378571"/>
          </a:xfrm>
          <a:custGeom>
            <a:avLst/>
            <a:gdLst/>
            <a:ahLst/>
            <a:cxnLst/>
            <a:rect l="l" t="t" r="r" b="b"/>
            <a:pathLst>
              <a:path w="8074461" h="4378571">
                <a:moveTo>
                  <a:pt x="0" y="0"/>
                </a:moveTo>
                <a:lnTo>
                  <a:pt x="8074462" y="0"/>
                </a:lnTo>
                <a:lnTo>
                  <a:pt x="8074462" y="4378571"/>
                </a:lnTo>
                <a:lnTo>
                  <a:pt x="0" y="4378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67286" y="5143500"/>
            <a:ext cx="9009153" cy="4859164"/>
          </a:xfrm>
          <a:custGeom>
            <a:avLst/>
            <a:gdLst/>
            <a:ahLst/>
            <a:cxnLst/>
            <a:rect l="l" t="t" r="r" b="b"/>
            <a:pathLst>
              <a:path w="9009153" h="4859164">
                <a:moveTo>
                  <a:pt x="0" y="0"/>
                </a:moveTo>
                <a:lnTo>
                  <a:pt x="9009152" y="0"/>
                </a:lnTo>
                <a:lnTo>
                  <a:pt x="9009152" y="4859164"/>
                </a:lnTo>
                <a:lnTo>
                  <a:pt x="0" y="4859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833476" y="1638283"/>
            <a:ext cx="7964123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7. INVENTORY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MANAGEMENT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000" y="7153719"/>
            <a:ext cx="7590757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8. EDIT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PRODUCT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7754" y="450063"/>
            <a:ext cx="7546544" cy="4919787"/>
          </a:xfrm>
          <a:custGeom>
            <a:avLst/>
            <a:gdLst/>
            <a:ahLst/>
            <a:cxnLst/>
            <a:rect l="l" t="t" r="r" b="b"/>
            <a:pathLst>
              <a:path w="7546544" h="4919787">
                <a:moveTo>
                  <a:pt x="0" y="0"/>
                </a:moveTo>
                <a:lnTo>
                  <a:pt x="7546544" y="0"/>
                </a:lnTo>
                <a:lnTo>
                  <a:pt x="7546544" y="4919786"/>
                </a:lnTo>
                <a:lnTo>
                  <a:pt x="0" y="4919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454313" y="5432814"/>
            <a:ext cx="9494540" cy="4606516"/>
          </a:xfrm>
          <a:custGeom>
            <a:avLst/>
            <a:gdLst/>
            <a:ahLst/>
            <a:cxnLst/>
            <a:rect l="l" t="t" r="r" b="b"/>
            <a:pathLst>
              <a:path w="9494540" h="4606516">
                <a:moveTo>
                  <a:pt x="0" y="0"/>
                </a:moveTo>
                <a:lnTo>
                  <a:pt x="9494540" y="0"/>
                </a:lnTo>
                <a:lnTo>
                  <a:pt x="9494540" y="4606515"/>
                </a:lnTo>
                <a:lnTo>
                  <a:pt x="0" y="4606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2019635"/>
            <a:ext cx="7120903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9. </a:t>
            </a: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DELETE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PRODUCT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05001" y="7272218"/>
            <a:ext cx="5636828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10. VIEW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ALL PRODUCT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7594" y="366529"/>
            <a:ext cx="8816406" cy="4776971"/>
          </a:xfrm>
          <a:custGeom>
            <a:avLst/>
            <a:gdLst/>
            <a:ahLst/>
            <a:cxnLst/>
            <a:rect l="l" t="t" r="r" b="b"/>
            <a:pathLst>
              <a:path w="8816406" h="4776971">
                <a:moveTo>
                  <a:pt x="0" y="0"/>
                </a:moveTo>
                <a:lnTo>
                  <a:pt x="8816406" y="0"/>
                </a:lnTo>
                <a:lnTo>
                  <a:pt x="8816406" y="4776971"/>
                </a:lnTo>
                <a:lnTo>
                  <a:pt x="0" y="4776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940772" y="5369849"/>
            <a:ext cx="8011861" cy="4530517"/>
          </a:xfrm>
          <a:custGeom>
            <a:avLst/>
            <a:gdLst/>
            <a:ahLst/>
            <a:cxnLst/>
            <a:rect l="l" t="t" r="r" b="b"/>
            <a:pathLst>
              <a:path w="8011861" h="4530517">
                <a:moveTo>
                  <a:pt x="0" y="0"/>
                </a:moveTo>
                <a:lnTo>
                  <a:pt x="8011862" y="0"/>
                </a:lnTo>
                <a:lnTo>
                  <a:pt x="8011862" y="4530517"/>
                </a:lnTo>
                <a:lnTo>
                  <a:pt x="0" y="4530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731678" y="1634202"/>
            <a:ext cx="6621025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11. MEMBER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PORTAL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215744"/>
            <a:ext cx="8216387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12. ADD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NEW MEMBER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06590" y="798980"/>
            <a:ext cx="11301259" cy="4195592"/>
          </a:xfrm>
          <a:custGeom>
            <a:avLst/>
            <a:gdLst/>
            <a:ahLst/>
            <a:cxnLst/>
            <a:rect l="l" t="t" r="r" b="b"/>
            <a:pathLst>
              <a:path w="11301259" h="4195592">
                <a:moveTo>
                  <a:pt x="0" y="0"/>
                </a:moveTo>
                <a:lnTo>
                  <a:pt x="11301259" y="0"/>
                </a:lnTo>
                <a:lnTo>
                  <a:pt x="11301259" y="4195592"/>
                </a:lnTo>
                <a:lnTo>
                  <a:pt x="0" y="4195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607641" y="6249366"/>
            <a:ext cx="11301259" cy="3616403"/>
          </a:xfrm>
          <a:custGeom>
            <a:avLst/>
            <a:gdLst/>
            <a:ahLst/>
            <a:cxnLst/>
            <a:rect l="l" t="t" r="r" b="b"/>
            <a:pathLst>
              <a:path w="11301259" h="3616403">
                <a:moveTo>
                  <a:pt x="0" y="0"/>
                </a:moveTo>
                <a:lnTo>
                  <a:pt x="11301259" y="0"/>
                </a:lnTo>
                <a:lnTo>
                  <a:pt x="11301259" y="3616403"/>
                </a:lnTo>
                <a:lnTo>
                  <a:pt x="0" y="3616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860549" y="2352225"/>
            <a:ext cx="5048352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13. DELETE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MEMBER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7200" y="7401793"/>
            <a:ext cx="5784193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14. VIEW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ALL MEMBER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5609" y="424923"/>
            <a:ext cx="9618041" cy="5433092"/>
          </a:xfrm>
          <a:custGeom>
            <a:avLst/>
            <a:gdLst/>
            <a:ahLst/>
            <a:cxnLst/>
            <a:rect l="l" t="t" r="r" b="b"/>
            <a:pathLst>
              <a:path w="9618041" h="5433092">
                <a:moveTo>
                  <a:pt x="0" y="0"/>
                </a:moveTo>
                <a:lnTo>
                  <a:pt x="9618042" y="0"/>
                </a:lnTo>
                <a:lnTo>
                  <a:pt x="9618042" y="5433092"/>
                </a:lnTo>
                <a:lnTo>
                  <a:pt x="0" y="5433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30183" y="4367410"/>
            <a:ext cx="8383917" cy="5580024"/>
          </a:xfrm>
          <a:custGeom>
            <a:avLst/>
            <a:gdLst/>
            <a:ahLst/>
            <a:cxnLst/>
            <a:rect l="l" t="t" r="r" b="b"/>
            <a:pathLst>
              <a:path w="8383917" h="5580024">
                <a:moveTo>
                  <a:pt x="0" y="0"/>
                </a:moveTo>
                <a:lnTo>
                  <a:pt x="8383917" y="0"/>
                </a:lnTo>
                <a:lnTo>
                  <a:pt x="8383917" y="5580025"/>
                </a:lnTo>
                <a:lnTo>
                  <a:pt x="0" y="558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542120" y="1796105"/>
            <a:ext cx="5677114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15. SALES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REPORT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000" y="7690975"/>
            <a:ext cx="8153875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16. SALE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SUMMARY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1078" y="536879"/>
            <a:ext cx="11221792" cy="3518575"/>
          </a:xfrm>
          <a:custGeom>
            <a:avLst/>
            <a:gdLst/>
            <a:ahLst/>
            <a:cxnLst/>
            <a:rect l="l" t="t" r="r" b="b"/>
            <a:pathLst>
              <a:path w="11221792" h="3518575">
                <a:moveTo>
                  <a:pt x="0" y="0"/>
                </a:moveTo>
                <a:lnTo>
                  <a:pt x="11221792" y="0"/>
                </a:lnTo>
                <a:lnTo>
                  <a:pt x="11221792" y="3518575"/>
                </a:lnTo>
                <a:lnTo>
                  <a:pt x="0" y="3518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7220" y="5931197"/>
            <a:ext cx="11301259" cy="3941314"/>
          </a:xfrm>
          <a:custGeom>
            <a:avLst/>
            <a:gdLst/>
            <a:ahLst/>
            <a:cxnLst/>
            <a:rect l="l" t="t" r="r" b="b"/>
            <a:pathLst>
              <a:path w="11301259" h="3941314">
                <a:moveTo>
                  <a:pt x="0" y="0"/>
                </a:moveTo>
                <a:lnTo>
                  <a:pt x="11301259" y="0"/>
                </a:lnTo>
                <a:lnTo>
                  <a:pt x="11301259" y="3941314"/>
                </a:lnTo>
                <a:lnTo>
                  <a:pt x="0" y="3941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862770" y="1642495"/>
            <a:ext cx="6625130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17. PRODUCT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SALES REPORT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1558" y="6689984"/>
            <a:ext cx="5823374" cy="2423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18. MEMBER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DISCOUNT REPORT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0032" y="374584"/>
            <a:ext cx="8254903" cy="4519107"/>
          </a:xfrm>
          <a:custGeom>
            <a:avLst/>
            <a:gdLst/>
            <a:ahLst/>
            <a:cxnLst/>
            <a:rect l="l" t="t" r="r" b="b"/>
            <a:pathLst>
              <a:path w="8254903" h="4519107">
                <a:moveTo>
                  <a:pt x="0" y="0"/>
                </a:moveTo>
                <a:lnTo>
                  <a:pt x="8254903" y="0"/>
                </a:lnTo>
                <a:lnTo>
                  <a:pt x="8254903" y="4519107"/>
                </a:lnTo>
                <a:lnTo>
                  <a:pt x="0" y="45191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61954" y="5258719"/>
            <a:ext cx="8744504" cy="4817632"/>
          </a:xfrm>
          <a:custGeom>
            <a:avLst/>
            <a:gdLst/>
            <a:ahLst/>
            <a:cxnLst/>
            <a:rect l="l" t="t" r="r" b="b"/>
            <a:pathLst>
              <a:path w="8744504" h="4817632">
                <a:moveTo>
                  <a:pt x="0" y="0"/>
                </a:moveTo>
                <a:lnTo>
                  <a:pt x="8744504" y="0"/>
                </a:lnTo>
                <a:lnTo>
                  <a:pt x="8744504" y="4817632"/>
                </a:lnTo>
                <a:lnTo>
                  <a:pt x="0" y="4817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1414674"/>
            <a:ext cx="8699651" cy="25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19. CUSTOMER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ACCOUNT MANAGEMENT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6400" y="6591300"/>
            <a:ext cx="8878040" cy="2423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20. ADD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NEW CUSTOMER ACCOUNT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2365" y="366630"/>
            <a:ext cx="11301259" cy="4280352"/>
          </a:xfrm>
          <a:custGeom>
            <a:avLst/>
            <a:gdLst/>
            <a:ahLst/>
            <a:cxnLst/>
            <a:rect l="l" t="t" r="r" b="b"/>
            <a:pathLst>
              <a:path w="11301259" h="4280352">
                <a:moveTo>
                  <a:pt x="0" y="0"/>
                </a:moveTo>
                <a:lnTo>
                  <a:pt x="11301259" y="0"/>
                </a:lnTo>
                <a:lnTo>
                  <a:pt x="11301259" y="4280352"/>
                </a:lnTo>
                <a:lnTo>
                  <a:pt x="0" y="4280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86741" y="6410033"/>
            <a:ext cx="11301259" cy="3517517"/>
          </a:xfrm>
          <a:custGeom>
            <a:avLst/>
            <a:gdLst/>
            <a:ahLst/>
            <a:cxnLst/>
            <a:rect l="l" t="t" r="r" b="b"/>
            <a:pathLst>
              <a:path w="11301259" h="3517517">
                <a:moveTo>
                  <a:pt x="0" y="0"/>
                </a:moveTo>
                <a:lnTo>
                  <a:pt x="11301259" y="0"/>
                </a:lnTo>
                <a:lnTo>
                  <a:pt x="11301259" y="3517517"/>
                </a:lnTo>
                <a:lnTo>
                  <a:pt x="0" y="3517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858803" y="1687393"/>
            <a:ext cx="5650629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21. VIEW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ALL CUSTOMER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6861" y="7543273"/>
            <a:ext cx="5118505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22. DELETE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CUSTOMER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4931" y="317653"/>
            <a:ext cx="8949337" cy="4641279"/>
          </a:xfrm>
          <a:custGeom>
            <a:avLst/>
            <a:gdLst/>
            <a:ahLst/>
            <a:cxnLst/>
            <a:rect l="l" t="t" r="r" b="b"/>
            <a:pathLst>
              <a:path w="8949337" h="4641279">
                <a:moveTo>
                  <a:pt x="0" y="0"/>
                </a:moveTo>
                <a:lnTo>
                  <a:pt x="8949338" y="0"/>
                </a:lnTo>
                <a:lnTo>
                  <a:pt x="8949338" y="4641279"/>
                </a:lnTo>
                <a:lnTo>
                  <a:pt x="0" y="4641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18773" y="4556524"/>
            <a:ext cx="8227208" cy="5547221"/>
          </a:xfrm>
          <a:custGeom>
            <a:avLst/>
            <a:gdLst/>
            <a:ahLst/>
            <a:cxnLst/>
            <a:rect l="l" t="t" r="r" b="b"/>
            <a:pathLst>
              <a:path w="8227208" h="5547221">
                <a:moveTo>
                  <a:pt x="0" y="0"/>
                </a:moveTo>
                <a:lnTo>
                  <a:pt x="8227207" y="0"/>
                </a:lnTo>
                <a:lnTo>
                  <a:pt x="8227207" y="5547221"/>
                </a:lnTo>
                <a:lnTo>
                  <a:pt x="0" y="5547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88348" y="1818879"/>
            <a:ext cx="6261251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23. CUSTOMER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LOGIN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7800" y="6712205"/>
            <a:ext cx="7846469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24. CUSTOMER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PORTAL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7886" y="257833"/>
            <a:ext cx="9310463" cy="5678293"/>
          </a:xfrm>
          <a:custGeom>
            <a:avLst/>
            <a:gdLst/>
            <a:ahLst/>
            <a:cxnLst/>
            <a:rect l="l" t="t" r="r" b="b"/>
            <a:pathLst>
              <a:path w="9310463" h="5678293">
                <a:moveTo>
                  <a:pt x="0" y="0"/>
                </a:moveTo>
                <a:lnTo>
                  <a:pt x="9310463" y="0"/>
                </a:lnTo>
                <a:lnTo>
                  <a:pt x="9310463" y="5678293"/>
                </a:lnTo>
                <a:lnTo>
                  <a:pt x="0" y="5678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559811" y="5369849"/>
            <a:ext cx="9499582" cy="4784260"/>
          </a:xfrm>
          <a:custGeom>
            <a:avLst/>
            <a:gdLst/>
            <a:ahLst/>
            <a:cxnLst/>
            <a:rect l="l" t="t" r="r" b="b"/>
            <a:pathLst>
              <a:path w="9499582" h="4784260">
                <a:moveTo>
                  <a:pt x="0" y="0"/>
                </a:moveTo>
                <a:lnTo>
                  <a:pt x="9499582" y="0"/>
                </a:lnTo>
                <a:lnTo>
                  <a:pt x="9499582" y="4784260"/>
                </a:lnTo>
                <a:lnTo>
                  <a:pt x="0" y="4784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19527" y="2019635"/>
            <a:ext cx="6180151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25. VIEW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PRODUCT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4844" y="7664428"/>
            <a:ext cx="8074968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26. SEARCH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PRODUCT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4501" y="1028700"/>
            <a:ext cx="10393699" cy="8098644"/>
          </a:xfrm>
          <a:custGeom>
            <a:avLst/>
            <a:gdLst/>
            <a:ahLst/>
            <a:cxnLst/>
            <a:rect l="l" t="t" r="r" b="b"/>
            <a:pathLst>
              <a:path w="10393699" h="8098644">
                <a:moveTo>
                  <a:pt x="0" y="0"/>
                </a:moveTo>
                <a:lnTo>
                  <a:pt x="10393698" y="0"/>
                </a:lnTo>
                <a:lnTo>
                  <a:pt x="10393698" y="8098644"/>
                </a:lnTo>
                <a:lnTo>
                  <a:pt x="0" y="8098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258968" y="4550436"/>
            <a:ext cx="5583121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27. ADD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ITEM TO BASKET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7513" y="186097"/>
            <a:ext cx="8446519" cy="4460885"/>
          </a:xfrm>
          <a:custGeom>
            <a:avLst/>
            <a:gdLst/>
            <a:ahLst/>
            <a:cxnLst/>
            <a:rect l="l" t="t" r="r" b="b"/>
            <a:pathLst>
              <a:path w="8446519" h="4460885">
                <a:moveTo>
                  <a:pt x="0" y="0"/>
                </a:moveTo>
                <a:lnTo>
                  <a:pt x="8446519" y="0"/>
                </a:lnTo>
                <a:lnTo>
                  <a:pt x="8446519" y="4460885"/>
                </a:lnTo>
                <a:lnTo>
                  <a:pt x="0" y="4460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01947" y="4346196"/>
            <a:ext cx="8027325" cy="5732139"/>
          </a:xfrm>
          <a:custGeom>
            <a:avLst/>
            <a:gdLst/>
            <a:ahLst/>
            <a:cxnLst/>
            <a:rect l="l" t="t" r="r" b="b"/>
            <a:pathLst>
              <a:path w="8027325" h="5732139">
                <a:moveTo>
                  <a:pt x="0" y="0"/>
                </a:moveTo>
                <a:lnTo>
                  <a:pt x="8027325" y="0"/>
                </a:lnTo>
                <a:lnTo>
                  <a:pt x="8027325" y="5732139"/>
                </a:lnTo>
                <a:lnTo>
                  <a:pt x="0" y="5732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328713" y="1997176"/>
            <a:ext cx="6285161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28. VIEW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BASKET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33600" y="6426688"/>
            <a:ext cx="6100914" cy="251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29. VIEW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MEMBERSHIP CARD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5624" y="809532"/>
            <a:ext cx="10055589" cy="8448768"/>
          </a:xfrm>
          <a:custGeom>
            <a:avLst/>
            <a:gdLst/>
            <a:ahLst/>
            <a:cxnLst/>
            <a:rect l="l" t="t" r="r" b="b"/>
            <a:pathLst>
              <a:path w="10055589" h="8448768">
                <a:moveTo>
                  <a:pt x="0" y="0"/>
                </a:moveTo>
                <a:lnTo>
                  <a:pt x="10055589" y="0"/>
                </a:lnTo>
                <a:lnTo>
                  <a:pt x="10055589" y="8448768"/>
                </a:lnTo>
                <a:lnTo>
                  <a:pt x="0" y="8448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067615" y="4550436"/>
            <a:ext cx="5440802" cy="242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30. CHECK-OUT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VIA CASH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7018" y="655074"/>
            <a:ext cx="9336866" cy="5788385"/>
          </a:xfrm>
          <a:custGeom>
            <a:avLst/>
            <a:gdLst/>
            <a:ahLst/>
            <a:cxnLst/>
            <a:rect l="l" t="t" r="r" b="b"/>
            <a:pathLst>
              <a:path w="9336866" h="5788385">
                <a:moveTo>
                  <a:pt x="0" y="0"/>
                </a:moveTo>
                <a:lnTo>
                  <a:pt x="9336866" y="0"/>
                </a:lnTo>
                <a:lnTo>
                  <a:pt x="9336866" y="5788385"/>
                </a:lnTo>
                <a:lnTo>
                  <a:pt x="0" y="5788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179906" y="655074"/>
            <a:ext cx="6079394" cy="9418274"/>
          </a:xfrm>
          <a:custGeom>
            <a:avLst/>
            <a:gdLst/>
            <a:ahLst/>
            <a:cxnLst/>
            <a:rect l="l" t="t" r="r" b="b"/>
            <a:pathLst>
              <a:path w="6079394" h="9418274">
                <a:moveTo>
                  <a:pt x="0" y="0"/>
                </a:moveTo>
                <a:lnTo>
                  <a:pt x="6079394" y="0"/>
                </a:lnTo>
                <a:lnTo>
                  <a:pt x="6079394" y="9418273"/>
                </a:lnTo>
                <a:lnTo>
                  <a:pt x="0" y="94182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32011" y="7779955"/>
            <a:ext cx="7261873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31. CHECK-OUT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VIA QR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374" flipH="1">
            <a:off x="-3720376" y="7583453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799999" flipH="1">
            <a:off x="12107849" y="-760111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6323" y="1770781"/>
            <a:ext cx="9688242" cy="6745439"/>
          </a:xfrm>
          <a:custGeom>
            <a:avLst/>
            <a:gdLst/>
            <a:ahLst/>
            <a:cxnLst/>
            <a:rect l="l" t="t" r="r" b="b"/>
            <a:pathLst>
              <a:path w="9688242" h="6745439">
                <a:moveTo>
                  <a:pt x="0" y="0"/>
                </a:moveTo>
                <a:lnTo>
                  <a:pt x="9688242" y="0"/>
                </a:lnTo>
                <a:lnTo>
                  <a:pt x="9688242" y="6745438"/>
                </a:lnTo>
                <a:lnTo>
                  <a:pt x="0" y="6745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691469" y="4324087"/>
            <a:ext cx="6167425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43"/>
              </a:lnSpc>
              <a:spcBef>
                <a:spcPct val="0"/>
              </a:spcBef>
            </a:pPr>
            <a:r>
              <a:rPr lang="en-US" sz="6539" b="1" u="none" strike="noStrike" dirty="0" smtClean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32. EXIT </a:t>
            </a:r>
            <a:r>
              <a:rPr lang="en-US" sz="6539" b="1" u="none" strike="noStrike" dirty="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APPLICATION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50507" y="717742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84357">
            <a:off x="-575872" y="-647487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392510"/>
            <a:ext cx="2222584" cy="11072020"/>
            <a:chOff x="0" y="0"/>
            <a:chExt cx="585372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372" cy="2916088"/>
            </a:xfrm>
            <a:custGeom>
              <a:avLst/>
              <a:gdLst/>
              <a:ahLst/>
              <a:cxnLst/>
              <a:rect l="l" t="t" r="r" b="b"/>
              <a:pathLst>
                <a:path w="585372" h="2916088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85372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110727" y="-531114"/>
            <a:ext cx="7273548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04150" y="5456792"/>
            <a:ext cx="7853065" cy="131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59"/>
              </a:lnSpc>
              <a:spcBef>
                <a:spcPct val="0"/>
              </a:spcBef>
            </a:pPr>
            <a:r>
              <a:rPr lang="en-US" sz="9339" b="1" u="none" strike="noStrik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 CASES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1522"/>
            <a:ext cx="18288000" cy="10308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8288000" cy="10266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14300"/>
            <a:ext cx="18288000" cy="1040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38099"/>
            <a:ext cx="18364200" cy="1032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18288000" cy="10340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18288000" cy="10321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18288000" cy="10333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8288000" cy="10343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8288000" cy="10425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8244799" cy="1028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5952" y="0"/>
            <a:ext cx="18323952" cy="1028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92510"/>
            <a:ext cx="2679746" cy="11072020"/>
            <a:chOff x="0" y="0"/>
            <a:chExt cx="705777" cy="29160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5777" cy="2916088"/>
            </a:xfrm>
            <a:custGeom>
              <a:avLst/>
              <a:gdLst/>
              <a:ahLst/>
              <a:cxnLst/>
              <a:rect l="l" t="t" r="r" b="b"/>
              <a:pathLst>
                <a:path w="705777" h="2916088">
                  <a:moveTo>
                    <a:pt x="0" y="0"/>
                  </a:moveTo>
                  <a:lnTo>
                    <a:pt x="705777" y="0"/>
                  </a:lnTo>
                  <a:lnTo>
                    <a:pt x="705777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05777" cy="2973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269688">
            <a:off x="5419533" y="809048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390592">
            <a:off x="12876475" y="-1042792"/>
            <a:ext cx="8630140" cy="4631616"/>
          </a:xfrm>
          <a:custGeom>
            <a:avLst/>
            <a:gdLst/>
            <a:ahLst/>
            <a:cxnLst/>
            <a:rect l="l" t="t" r="r" b="b"/>
            <a:pathLst>
              <a:path w="8630140" h="4631616">
                <a:moveTo>
                  <a:pt x="0" y="0"/>
                </a:moveTo>
                <a:lnTo>
                  <a:pt x="8630140" y="0"/>
                </a:lnTo>
                <a:lnTo>
                  <a:pt x="8630140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782" b="-578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953654" y="126639"/>
            <a:ext cx="4252479" cy="2492832"/>
          </a:xfrm>
          <a:custGeom>
            <a:avLst/>
            <a:gdLst/>
            <a:ahLst/>
            <a:cxnLst/>
            <a:rect l="l" t="t" r="r" b="b"/>
            <a:pathLst>
              <a:path w="4252479" h="2492832">
                <a:moveTo>
                  <a:pt x="0" y="0"/>
                </a:moveTo>
                <a:lnTo>
                  <a:pt x="4252479" y="0"/>
                </a:lnTo>
                <a:lnTo>
                  <a:pt x="4252479" y="2492832"/>
                </a:lnTo>
                <a:lnTo>
                  <a:pt x="0" y="2492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461033" y="3010631"/>
            <a:ext cx="5758914" cy="1789768"/>
          </a:xfrm>
          <a:custGeom>
            <a:avLst/>
            <a:gdLst/>
            <a:ahLst/>
            <a:cxnLst/>
            <a:rect l="l" t="t" r="r" b="b"/>
            <a:pathLst>
              <a:path w="5758914" h="1789768">
                <a:moveTo>
                  <a:pt x="0" y="0"/>
                </a:moveTo>
                <a:lnTo>
                  <a:pt x="5758914" y="0"/>
                </a:lnTo>
                <a:lnTo>
                  <a:pt x="5758914" y="1789768"/>
                </a:lnTo>
                <a:lnTo>
                  <a:pt x="0" y="1789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953654" y="6506229"/>
            <a:ext cx="4998474" cy="2539332"/>
          </a:xfrm>
          <a:custGeom>
            <a:avLst/>
            <a:gdLst/>
            <a:ahLst/>
            <a:cxnLst/>
            <a:rect l="l" t="t" r="r" b="b"/>
            <a:pathLst>
              <a:path w="4998474" h="2539332">
                <a:moveTo>
                  <a:pt x="0" y="0"/>
                </a:moveTo>
                <a:lnTo>
                  <a:pt x="4998474" y="0"/>
                </a:lnTo>
                <a:lnTo>
                  <a:pt x="4998474" y="2539332"/>
                </a:lnTo>
                <a:lnTo>
                  <a:pt x="0" y="2539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 rot="-5400000">
            <a:off x="-2678128" y="4258940"/>
            <a:ext cx="9719132" cy="145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28"/>
              </a:lnSpc>
            </a:pPr>
            <a:r>
              <a:rPr lang="en-US" sz="10339" b="1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REFERENCES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61399" y="-837437"/>
            <a:ext cx="6026397" cy="482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37105" y="2763950"/>
            <a:ext cx="4085577" cy="1536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7" tooltip="https://www.gofrugal.com/retail/?ref=common-header"/>
              </a:rPr>
              <a:t>https://www.gofrugal.com/retail/?ref=common-header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7529" y="5076825"/>
            <a:ext cx="6367314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8" tooltip="https://www.zoho.com/in/inventory/features/"/>
              </a:rPr>
              <a:t>https://www.zoho.com/in/inventory/features/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8353" y="7697209"/>
            <a:ext cx="2691705" cy="371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2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OFFLINE STORE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8387" y="-477977"/>
            <a:ext cx="16771226" cy="11242954"/>
            <a:chOff x="0" y="0"/>
            <a:chExt cx="22361635" cy="14990606"/>
          </a:xfrm>
        </p:grpSpPr>
        <p:sp>
          <p:nvSpPr>
            <p:cNvPr id="3" name="Freeform 3"/>
            <p:cNvSpPr/>
            <p:nvPr/>
          </p:nvSpPr>
          <p:spPr>
            <a:xfrm rot="760705">
              <a:off x="706403" y="2152998"/>
              <a:ext cx="20588412" cy="8724339"/>
            </a:xfrm>
            <a:custGeom>
              <a:avLst/>
              <a:gdLst/>
              <a:ahLst/>
              <a:cxnLst/>
              <a:rect l="l" t="t" r="r" b="b"/>
              <a:pathLst>
                <a:path w="20588412" h="8724339">
                  <a:moveTo>
                    <a:pt x="0" y="0"/>
                  </a:moveTo>
                  <a:lnTo>
                    <a:pt x="20588411" y="0"/>
                  </a:lnTo>
                  <a:lnTo>
                    <a:pt x="20588411" y="8724339"/>
                  </a:lnTo>
                  <a:lnTo>
                    <a:pt x="0" y="8724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760705">
              <a:off x="1066820" y="4113269"/>
              <a:ext cx="20588412" cy="8724339"/>
            </a:xfrm>
            <a:custGeom>
              <a:avLst/>
              <a:gdLst/>
              <a:ahLst/>
              <a:cxnLst/>
              <a:rect l="l" t="t" r="r" b="b"/>
              <a:pathLst>
                <a:path w="20588412" h="8724339">
                  <a:moveTo>
                    <a:pt x="0" y="0"/>
                  </a:moveTo>
                  <a:lnTo>
                    <a:pt x="20588412" y="0"/>
                  </a:lnTo>
                  <a:lnTo>
                    <a:pt x="20588412" y="8724339"/>
                  </a:lnTo>
                  <a:lnTo>
                    <a:pt x="0" y="8724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3062971" y="4374920"/>
            <a:ext cx="12162058" cy="168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4"/>
              </a:lnSpc>
            </a:pPr>
            <a:r>
              <a:rPr lang="en-US" sz="12024" b="1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573</Words>
  <Application>Microsoft Office PowerPoint</Application>
  <PresentationFormat>Custom</PresentationFormat>
  <Paragraphs>119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Telegraf Bold</vt:lpstr>
      <vt:lpstr>Telegraf Extra-Light</vt:lpstr>
      <vt:lpstr>TT Hoves</vt:lpstr>
      <vt:lpstr>Telegraf</vt:lpstr>
      <vt:lpstr>Canva Sans Bold</vt:lpstr>
      <vt:lpstr>Arimo</vt:lpstr>
      <vt:lpstr>Calibri</vt:lpstr>
      <vt:lpstr>TT Hoves Bold</vt:lpstr>
      <vt:lpstr>Arimo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cp:lastModifiedBy>Harikrushna Gadhiya</cp:lastModifiedBy>
  <cp:revision>5</cp:revision>
  <dcterms:created xsi:type="dcterms:W3CDTF">2006-08-16T00:00:00Z</dcterms:created>
  <dcterms:modified xsi:type="dcterms:W3CDTF">2026-04-20T07:40:45Z</dcterms:modified>
  <dc:identifier>DAHFURYkouM</dc:identifier>
</cp:coreProperties>
</file>
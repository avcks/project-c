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60" r:id="rId10"/>
    <p:sldId id="261" r:id="rId11"/>
    <p:sldId id="262" r:id="rId12"/>
    <p:sldId id="263" r:id="rId13"/>
    <p:sldId id="264" r:id="rId14"/>
    <p:sldId id="265" r:id="rId15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AB47F-D4A4-4DD5-8DD8-6E91EEBAEF21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6F5E8A-2B6E-4DA3-B14C-20AFB2C4B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35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8805189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16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942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729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57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71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149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73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7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289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615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01268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541D3-D4B6-45B5-A37C-91E0CFF41B9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4C9D7-842F-4ECA-8708-7551DBC7C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7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90500"/>
            <a:ext cx="27432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61450" y="228600"/>
            <a:ext cx="13843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"/>
          <p:cNvSpPr txBox="1"/>
          <p:nvPr/>
        </p:nvSpPr>
        <p:spPr>
          <a:xfrm>
            <a:off x="2940051" y="9525"/>
            <a:ext cx="7285037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Sarvajanik Education Society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       </a:t>
            </a: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arvajanik College of Engineering </a:t>
            </a:r>
            <a:r>
              <a:rPr lang="en-US" sz="14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and </a:t>
            </a: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Technology, Surat.</a:t>
            </a:r>
            <a:b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Department of </a:t>
            </a: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Computer Applications </a:t>
            </a:r>
            <a:b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Academic Year: </a:t>
            </a:r>
            <a:r>
              <a:rPr lang="en-US" sz="14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2025– 26</a:t>
            </a:r>
            <a:endParaRPr dirty="0"/>
          </a:p>
        </p:txBody>
      </p:sp>
      <p:sp>
        <p:nvSpPr>
          <p:cNvPr id="294" name="Google Shape;294;p1"/>
          <p:cNvSpPr txBox="1"/>
          <p:nvPr/>
        </p:nvSpPr>
        <p:spPr>
          <a:xfrm>
            <a:off x="2895600" y="2057400"/>
            <a:ext cx="6858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Project On</a:t>
            </a: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“AYH Mart - Self Checkout System”</a:t>
            </a:r>
            <a:endParaRPr dirty="0"/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Aum, Yesh, HariKrushna</a:t>
            </a:r>
            <a:endParaRPr dirty="0"/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400"/>
            </a:pP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262626"/>
              </a:buClr>
              <a:buSzPts val="1800"/>
            </a:pPr>
            <a:r>
              <a:rPr lang="en-US" b="1" dirty="0" smtClean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IMCA I Sem-2</a:t>
            </a:r>
            <a:endParaRPr dirty="0"/>
          </a:p>
          <a:p>
            <a:pPr algn="ctr">
              <a:buClr>
                <a:schemeClr val="dk1"/>
              </a:buClr>
              <a:buSzPts val="1800"/>
            </a:pPr>
            <a:endParaRPr b="1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 the Guidance of</a:t>
            </a: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Prof. &lt;guide name&gt;</a:t>
            </a:r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sz="1400" dirty="0">
              <a:solidFill>
                <a:srgbClr val="4C4C4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42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Abstract</a:t>
            </a:r>
            <a:endParaRPr lang="en-US" dirty="0" smtClean="0"/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lang="en-US" dirty="0" smtClean="0"/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Description (Technologies used)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Screenshots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 xml:space="preserve">Test Cases	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990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47"/>
            <a:ext cx="10515600" cy="5984016"/>
          </a:xfrm>
        </p:spPr>
        <p:txBody>
          <a:bodyPr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marL="0" indent="0" algn="ctr">
              <a:buNone/>
            </a:pPr>
            <a:r>
              <a:rPr lang="en-US" sz="4800" dirty="0" smtClean="0"/>
              <a:t>Thank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69976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AYH Mart - Self Checkout System is a console-based retail management application developed in C. It simulates a fully functional supermarket self-checkout environment for a store located in Surat, India. The system is developed by Aum, Yesh, and HariKrushna as a project for IMCA Sem-2.</a:t>
            </a:r>
          </a:p>
          <a:p>
            <a:pPr marL="0" lvl="0" indent="-15240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The application supports two main user roles: Customer and Admin/Staff. Customers can self-checkout by browsing products, adding items to a cart, applying membership discounts, and paying via Cash or UPI QR Code. Admin users can manage inventory, members, customer accounts, and view detailed sales reports.</a:t>
            </a:r>
          </a:p>
          <a:p>
            <a:pPr marL="0" lvl="0" indent="-15240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The system features a tiered membership loyalty program (Silver, Gold, Platinum) with one-time discount redemption, a digital QR code payment option, and real-time inventory tracking. All data is stored in-memory using C structures, making it a lightweight and efficient solution for small-scale retail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To develop a C-based console application simulating a real-world self-checkout system for a retail store.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To implement role-based access control for Admin, Staff, and Customer users with separate portals and permissions.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To manage product inventory with add, edit, delete, and view operations using C structures and arrays.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To design a tiered membership loyalty program (Silver / Gold / Platinum) with automatic discount calculation and one-time card usage enforcement.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To integrate dual payment methods: Cash (with change calculation) and Digital UPI QR Code payment.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To generate Sales Reports including total revenue, product-wise sales, discount summaries, and payment mode breakdowns.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To apply core C programming concepts: structs, arrays, functions, loops, string handling, and modular design with forward declarations.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System Description (Technologies Used)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Language: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C (Standard C99/C11) using stdio.h, string.h, ctype.h, stdlib.h, windows.h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Platform: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Windows (console application using system(“cls”) and SetConsoleOutputCP for UTF-8 output)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Data Structures: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Structs (Product, Member, CartItem, Sale, Customer) stored in global arrays with size limits (MAX_ITEMS=100, MAX_CART=50, etc.)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Key Modules: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Inventory Management, Membership Portal, Customer Self-Checkout, Sales Reporting, Staff Portal, Customer Account Management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Payment Integration: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Cash (with change calculation) and UPI QR Code (ASCII art representation of Dhameliya Yash’s UPI ID: 6353999107@ptyes)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Under Development: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Employee Management, Stock Alerts, Expense Tracking, Backup and Data Security, System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>Screen 1: Main Menu</a:t>
            </a:r>
          </a:p>
          <a:p>
            <a:pPr algn="ctr">
              <a:lnSpc>
                <a:spcPct val="100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Courier New"/>
              </a:rPr>
              <a:t>1. Customer Self-Checkout  |  2. Staff/Admin Login  |  3. View Store Info  |  0. Exit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>Screen 2: Admin Portal</a:t>
            </a:r>
          </a:p>
          <a:p>
            <a:pPr algn="ctr">
              <a:lnSpc>
                <a:spcPct val="100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Courier New"/>
              </a:rPr>
              <a:t>1. Inventory  |  2. Members  |  3. Sales Report  |  4. Customer Accounts  |  0. Logout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>Screen 3: Customer Self-Checkout</a:t>
            </a:r>
          </a:p>
          <a:p>
            <a:pPr algn="ctr">
              <a:lnSpc>
                <a:spcPct val="100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Courier New"/>
              </a:rPr>
              <a:t>View Products | Search | Add to Basket | View Basket | Checkout | My Membership Card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>Screen 4: Checkout with QR Code Payment</a:t>
            </a:r>
          </a:p>
          <a:p>
            <a:pPr algn="ctr">
              <a:lnSpc>
                <a:spcPct val="100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Courier New"/>
              </a:rPr>
              <a:t>Subtotal | Discount | Payable Amount | QR Code displayed | Transaction ID generated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i="1" dirty="0">
                <a:solidFill>
                  <a:srgbClr val="888888"/>
                </a:solidFill>
                <a:latin typeface="Times New Roman"/>
              </a:rPr>
              <a:t>[Attach actual console screenshots here before submission]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TC-01 Admin Login: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Input username=“admin”, password=“admin” → Expected: Admin Dashboard displayed. [PASS]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TC-02 Invalid Login: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Input wrong credentials → Expected: Error message “Incorrect username or password”. [PASS]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TC-03 Add Product: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Enter code=106, name=“Sugar”, price=40, stock=100, category=“Grocery” → Product added and visible in inventory. [PASS]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TC-04 Insufficient Stock: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Add item to cart with qty greater than available stock → Error: “Insufficient stock”. [PASS]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TC-05 Membership Discount: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Gold member (10% discount) on Rs. 500 bill → Discount = Rs. 50, Payable = Rs. 450. [PASS]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TC-06 One-Time Card Restriction: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Reuse same member card at checkout → Message: “Membership card already used. No discount applied.” [PASS]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Font typeface="Arial"/>
              <a:buChar char="•"/>
            </a:pPr>
            <a:r>
              <a:rPr lang="en-US" b="1" dirty="0">
                <a:solidFill>
                  <a:srgbClr val="202020"/>
                </a:solidFill>
                <a:latin typeface="Times New Roman"/>
              </a:rPr>
              <a:t xml:space="preserve">TC-07 Cash Payment: </a:t>
            </a:r>
            <a:r>
              <a:rPr lang="en-US" dirty="0">
                <a:solidFill>
                  <a:srgbClr val="202020"/>
                </a:solidFill>
                <a:latin typeface="Times New Roman"/>
              </a:rPr>
              <a:t>Bill = Rs. 300, Cash = Rs. 500 → Change = Rs. 200 displayed correctly. [PASS]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AutoNum type="arabicPeriod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Brian W. Kernighan and Dennis M. Ritchie, “The C Programming Language,” 2nd Edition, Prentice Hall, 1988.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AutoNum type="arabicPeriod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cppreference.com – C Standard Library Reference: https://en.cppreference.com/w/c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AutoNum type="arabicPeriod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GeeksforGeeks – Structures in C, String Functions, File Handling: https://www.geeksforgeeks.org/c-programming-language/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AutoNum type="arabicPeriod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Microsoft Docs – Windows Console API (SetConsoleOutputCP, system()): https://docs.microsoft.com/en-us/windows/console/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AutoNum type="arabicPeriod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NPCI – Unified Payments Interface (UPI) Documentation: https://www.npci.org.in/what-we-do/upi/product-overview</a:t>
            </a:r>
          </a:p>
          <a:p>
            <a:pPr marL="0" lvl="0" indent="-152400" algn="just">
              <a:lnSpc>
                <a:spcPct val="100000"/>
              </a:lnSpc>
              <a:spcBef>
                <a:spcPts val="0"/>
              </a:spcBef>
              <a:buClr>
                <a:srgbClr val="202020"/>
              </a:buClr>
              <a:buSzPts val="2400"/>
              <a:buAutoNum type="arabicPeriod"/>
            </a:pPr>
            <a:r>
              <a:rPr lang="en-US" dirty="0">
                <a:solidFill>
                  <a:srgbClr val="202020"/>
                </a:solidFill>
                <a:latin typeface="Times New Roman"/>
              </a:rPr>
              <a:t>Sarvajanik College of Engineering and Technology, Surat – Department of Computer Applications, IMCA Course Material, Academic Year 2025-26.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</Words>
  <Application>Microsoft Office PowerPoint</Application>
  <PresentationFormat>Widescreen</PresentationFormat>
  <Paragraphs>32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Agenda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Margee Rawal</dc:creator>
  <cp:lastModifiedBy>Preksha Parmar</cp:lastModifiedBy>
  <cp:revision>7</cp:revision>
  <dcterms:created xsi:type="dcterms:W3CDTF">2025-02-17T09:13:31Z</dcterms:created>
  <dcterms:modified xsi:type="dcterms:W3CDTF">2026-02-09T07:09:55Z</dcterms:modified>
</cp:coreProperties>
</file>
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AAB47F-D4A4-4DD5-8DD8-6E91EEBAEF21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6F5E8A-2B6E-4DA3-B14C-20AFB2C4B2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350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8805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16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942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729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57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71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149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737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71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289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615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012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71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190500"/>
            <a:ext cx="27432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61450" y="228600"/>
            <a:ext cx="13843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"/>
          <p:cNvSpPr txBox="1"/>
          <p:nvPr/>
        </p:nvSpPr>
        <p:spPr>
          <a:xfrm>
            <a:off x="2940051" y="9525"/>
            <a:ext cx="7285037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Sarvajanik Education Society</a:t>
            </a: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arvajanik College of Engineering </a:t>
            </a:r>
            <a:r>
              <a:rPr lang="en-US" sz="14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Technology, Surat.</a:t>
            </a:r>
            <a:b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</a:t>
            </a:r>
            <a:r>
              <a:rPr lang="en-US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Applications </a:t>
            </a:r>
            <a:br>
              <a:rPr lang="en-US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Academic Year: </a:t>
            </a:r>
            <a:r>
              <a:rPr lang="en-US" sz="14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2025– 26</a:t>
            </a:r>
            <a:endParaRPr dirty="0"/>
          </a:p>
        </p:txBody>
      </p:sp>
      <p:sp>
        <p:nvSpPr>
          <p:cNvPr id="294" name="Google Shape;294;p1"/>
          <p:cNvSpPr txBox="1"/>
          <p:nvPr/>
        </p:nvSpPr>
        <p:spPr>
          <a:xfrm>
            <a:off x="2895600" y="2057400"/>
            <a:ext cx="6858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Project On</a:t>
            </a: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“&lt;Project Title&gt;”</a:t>
            </a:r>
            <a:endParaRPr dirty="0"/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&lt;name of Students&gt;(&lt;enrollment no.&gt;)</a:t>
            </a:r>
            <a:endParaRPr dirty="0"/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262626"/>
              </a:buClr>
              <a:buSzPts val="1800"/>
            </a:pPr>
            <a:r>
              <a:rPr lang="en-US" b="1" dirty="0" smtClean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IMCA I Sem-2</a:t>
            </a:r>
            <a:endParaRPr dirty="0"/>
          </a:p>
          <a:p>
            <a:pPr algn="ctr">
              <a:buClr>
                <a:schemeClr val="dk1"/>
              </a:buClr>
              <a:buSzPts val="1800"/>
            </a:pPr>
            <a:endParaRPr b="1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 the Guidance of</a:t>
            </a: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Prof. &lt;guide name&gt;</a:t>
            </a: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427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Agenda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Abstract</a:t>
            </a:r>
            <a:endParaRPr lang="en-US" dirty="0" smtClean="0"/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lang="en-US" dirty="0" smtClean="0"/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Description (Technologies used)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Screenshots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Test Cases	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990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47"/>
            <a:ext cx="10515600" cy="5984016"/>
          </a:xfrm>
        </p:spPr>
        <p:txBody>
          <a:bodyPr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marL="0" indent="0" algn="ctr">
              <a:buNone/>
            </a:pPr>
            <a:r>
              <a:rPr lang="en-US" sz="4800" dirty="0" smtClean="0"/>
              <a:t>Thank You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699766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</Words>
  <Application>Microsoft Office PowerPoint</Application>
  <PresentationFormat>Widescreen</PresentationFormat>
  <Paragraphs>32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Agenda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Margee Rawal</dc:creator>
  <cp:lastModifiedBy>Preksha Parmar</cp:lastModifiedBy>
  <cp:revision>7</cp:revision>
  <dcterms:created xsi:type="dcterms:W3CDTF">2025-02-17T09:13:31Z</dcterms:created>
  <dcterms:modified xsi:type="dcterms:W3CDTF">2026-02-09T07:09:55Z</dcterms:modified>
</cp:coreProperties>
</file>